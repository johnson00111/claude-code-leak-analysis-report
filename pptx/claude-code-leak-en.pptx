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Source Code Leak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Breakdown — Layer by Layer, Mapped to Leak Scope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2026.03.31  |  npm @anthropic-ai/claude-code v2.1.88  |  source map exposure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115568"/>
            <a:ext cx="146304" cy="146304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" y="1261872"/>
            <a:ext cx="0" cy="402336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0058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v2.1.88 published to npm, containing 59.8MB .map 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664208"/>
            <a:ext cx="146304" cy="146304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1810512"/>
            <a:ext cx="0" cy="402336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1554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04:23 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Chaofan Shou discovered and disclosed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212848"/>
            <a:ext cx="146304" cy="146304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" y="2359152"/>
            <a:ext cx="0" cy="402336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21031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hours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1,900 files / 512K lines of TypeScript mirrored to GitHub, 41,500+ forks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2761488"/>
            <a:ext cx="146304" cy="146304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2651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confirmed: 'packaging issue, human error'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1005840"/>
            <a:ext cx="3657600" cy="201168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1005840"/>
            <a:ext cx="64008" cy="20116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137160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Bun bundler generates .map files by default
</a:t>
            </a:r>
            <a:pPr indent="0" marL="0">
              <a:buNone/>
            </a:pPr>
            <a:r>
              <a:rPr lang="en-US" sz="1100" b="1" dirty="0">
                <a:solidFill>
                  <a:srgbClr val="F09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sourcesContent</a:t>
            </a:r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 field embeds all original source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Team forgot to exclude *.map in .npmignore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→ uploaded with publish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→ anyone can reconstruct full source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7863840" cy="146304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Technical Essence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7490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Anthropic's CLI coding agent — wrapped around the Claude model as an </a:t>
            </a:r>
            <a:pPr indent="0" marL="0">
              <a:buNone/>
            </a:pPr>
            <a:r>
              <a:rPr lang="en-US" sz="1100" b="1" dirty="0">
                <a:solidFill>
                  <a:srgbClr val="F0997B"/>
                </a:solidFill>
              </a:rPr>
              <a:t>agentic harness</a:t>
            </a:r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What leaked is the harness's full source (TypeScript + Bun + Ink TUI),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model weights NOT included</a:t>
            </a:r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Harness handles: prompt construction → context mgmt → tool permissions → multi-agent orchestration → memory → security.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</a:rPr>
              <a:t>We'll start with high-level concepts, then drill down into leak details layer by layer.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Agent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behind every interaction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71600" cy="82296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371600" cy="54864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4358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1188720"/>
            <a:ext cx="1371600" cy="82296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65960" y="1188720"/>
            <a:ext cx="1371600" cy="54864"/>
          </a:xfrm>
          <a:prstGeom prst="rect">
            <a:avLst/>
          </a:prstGeom>
          <a:solidFill>
            <a:srgbClr val="85B7EB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124358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messages[]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188720"/>
            <a:ext cx="1371600" cy="82296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188720"/>
            <a:ext cx="1371600" cy="54864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24358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1188720"/>
            <a:ext cx="1371600" cy="82296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6360" y="1188720"/>
            <a:ext cx="1371600" cy="5486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124358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1188720"/>
            <a:ext cx="1920240" cy="82296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188720"/>
            <a:ext cx="192024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43584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→ Loop back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1371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2468880" cy="237744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1460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5156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QueryEngine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301752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lines handling all LLM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streaming, caching,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108960" y="2377440"/>
            <a:ext cx="2468880" cy="237744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514600"/>
            <a:ext cx="320040" cy="3200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70332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Mode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3291840" y="301752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workflow discipline via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(not code): 'Don't rubber-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weak work'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760720" y="2377440"/>
            <a:ext cx="2468880" cy="237744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14600"/>
            <a:ext cx="320040" cy="3200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35508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5943600" y="301752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parallel tasks, share parent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for summarization, 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background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 Memory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design solving Context Entropy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96012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97280"/>
            <a:ext cx="73152" cy="960120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MEMORY.md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pointer index (~150 chars/line)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loaded into context window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196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table of contents for the brain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417320"/>
            <a:ext cx="1371600" cy="32004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loaded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7863840" cy="96012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240280"/>
            <a:ext cx="73152" cy="960120"/>
          </a:xfrm>
          <a:prstGeom prst="rect">
            <a:avLst/>
          </a:prstGeom>
          <a:solidFill>
            <a:srgbClr val="85B7E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Session Memory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560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markdown records: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761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/ Task spec / Files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9626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/ Learnings / Worklog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2560320"/>
            <a:ext cx="1371600" cy="320040"/>
          </a:xfrm>
          <a:prstGeom prst="rect">
            <a:avLst/>
          </a:prstGeom>
          <a:solidFill>
            <a:srgbClr val="85B7EB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7863840" cy="96012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383280"/>
            <a:ext cx="73152" cy="960120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Context Optimization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3703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File-read dedup / oversized tool output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904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disk, keeping preview + ref only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1056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Auto-compaction（summarize &amp; compress）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3703320"/>
            <a:ext cx="1371600" cy="320040"/>
          </a:xfrm>
          <a:prstGeom prst="rect">
            <a:avLst/>
          </a:prstGeom>
          <a:solidFill>
            <a:srgbClr val="AFA9EC">
              <a:alpha val="2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1E3040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autoDream (background sub-agent for memory consolidation): 'You are dreaming — reflectively organizing memories'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After a Prompt Comes 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lifecycle from user input to final response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840480" cy="109728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161288"/>
            <a:ext cx="365760" cy="36576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git branch / recent commits / CLAUDE.md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MEMORY.md pointer index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static prompt cache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840480" cy="109728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161288"/>
            <a:ext cx="365760" cy="365760"/>
          </a:xfrm>
          <a:prstGeom prst="ellipse">
            <a:avLst/>
          </a:prstGeom>
          <a:solidFill>
            <a:srgbClr val="85B7EB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Assembly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508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tool definitions (~40 tools)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coordinator instructions / permission rules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14 cache-break vectors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331720"/>
            <a:ext cx="3840480" cy="109728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2441448"/>
            <a:ext cx="365760" cy="365760"/>
          </a:xfrm>
          <a:prstGeom prst="ellipse">
            <a:avLst/>
          </a:prstGeom>
          <a:solidFill>
            <a:srgbClr val="AFA9E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7889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QueryEngine sends messages[]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receives response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terminal rendering (Ink patch optimizer)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331720"/>
            <a:ext cx="3840480" cy="109728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2441448"/>
            <a:ext cx="365760" cy="36576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 Loop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27889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== tool_use?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Pass through 23 bash security 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Execute tool → append result → back to 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611880"/>
            <a:ext cx="3840480" cy="109728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3721608"/>
            <a:ext cx="365760" cy="365760"/>
          </a:xfrm>
          <a:prstGeom prst="ellipse">
            <a:avLst/>
          </a:prstGeom>
          <a:solidFill>
            <a:srgbClr val="5DCAA5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Maintenance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069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File-read dedup (skip unchanged files)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output → write to disk + preview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auto-compaction threshold → summarize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3840480" cy="109728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3721608"/>
            <a:ext cx="365760" cy="365760"/>
          </a:xfrm>
          <a:prstGeom prst="ellipse">
            <a:avLst/>
          </a:prstGeom>
          <a:solidFill>
            <a:srgbClr val="85B7EB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4068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Update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0" y="4069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session memory markdown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errors / learnings / worklog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can fork for background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Architecture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layers — each module marked Leaked / Gated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051560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0515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Interface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24712"/>
            <a:ext cx="80010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124712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73652" y="1124712"/>
            <a:ext cx="100584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073652" y="1124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cmds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52644" y="1124712"/>
            <a:ext cx="107442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52644" y="1124712"/>
            <a:ext cx="107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Keybindings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0216" y="1124712"/>
            <a:ext cx="66294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124712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36308" y="1124712"/>
            <a:ext cx="66294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036308" y="1124712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1435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0080" y="1581912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1581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Agent Loop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1655064"/>
            <a:ext cx="107442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1655064"/>
            <a:ext cx="107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QueryEngine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47972" y="1655064"/>
            <a:ext cx="59436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347972" y="16550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15484" y="1655064"/>
            <a:ext cx="107442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15484" y="1655064"/>
            <a:ext cx="107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63056" y="1655064"/>
            <a:ext cx="100584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63056" y="16550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42048" y="1655064"/>
            <a:ext cx="93726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242048" y="1655064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ULTRAPLAN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0" y="19659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▼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40080" y="2112264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21122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Tool System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0" y="2185416"/>
            <a:ext cx="93726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0" y="2185416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tools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10812" y="2185416"/>
            <a:ext cx="121158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210812" y="2185416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security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95544" y="2185416"/>
            <a:ext cx="100584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495544" y="2185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74536" y="2185416"/>
            <a:ext cx="114300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574536" y="21854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790688" y="2185416"/>
            <a:ext cx="121158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790688" y="2185416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unreleased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97680" y="2496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▼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40080" y="2642616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26426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Memory &amp; Context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200400" y="2715768"/>
            <a:ext cx="93726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0" y="2715768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210812" y="2715768"/>
            <a:ext cx="107442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210812" y="2715768"/>
            <a:ext cx="107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358384" y="2715768"/>
            <a:ext cx="121158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358384" y="2715768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dedup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43116" y="2715768"/>
            <a:ext cx="66294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643116" y="2715768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79208" y="2715768"/>
            <a:ext cx="93726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379208" y="2715768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autoDream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97680" y="3026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▼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40080" y="3172968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62" name="Text 60"/>
          <p:cNvSpPr/>
          <p:nvPr/>
        </p:nvSpPr>
        <p:spPr>
          <a:xfrm>
            <a:off x="777240" y="31729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Services &amp; Infra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200400" y="3246120"/>
            <a:ext cx="100584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320040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279392" y="3246120"/>
            <a:ext cx="114300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4279392" y="3246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tracker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495544" y="3246120"/>
            <a:ext cx="93726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495544" y="324612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505956" y="3246120"/>
            <a:ext cx="66294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6505956" y="32461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242048" y="3246120"/>
            <a:ext cx="100584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7242048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297680" y="35570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▼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40080" y="3703320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75" name="Text 73"/>
          <p:cNvSpPr/>
          <p:nvPr/>
        </p:nvSpPr>
        <p:spPr>
          <a:xfrm>
            <a:off x="777240" y="37033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 &amp; Defense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200400" y="3776472"/>
            <a:ext cx="100584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320040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Undercover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279392" y="3776472"/>
            <a:ext cx="114300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4279392" y="3776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Anti-distill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495544" y="3776472"/>
            <a:ext cx="121158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5495544" y="3776472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attest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780276" y="3776472"/>
            <a:ext cx="86868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6780276" y="3776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sec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722108" y="3776472"/>
            <a:ext cx="662940" cy="274320"/>
          </a:xfrm>
          <a:prstGeom prst="rect">
            <a:avLst/>
          </a:prstGeom>
          <a:solidFill>
            <a:srgbClr val="5DCAA5">
              <a:alpha val="25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7722108" y="3776472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297680" y="40873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▼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40080" y="4233672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88" name="Text 86"/>
          <p:cNvSpPr/>
          <p:nvPr/>
        </p:nvSpPr>
        <p:spPr>
          <a:xfrm>
            <a:off x="777240" y="423367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Gated (108 mod)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3200400" y="4306824"/>
            <a:ext cx="73152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3200400" y="4306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005072" y="4306824"/>
            <a:ext cx="107442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4005072" y="4306824"/>
            <a:ext cx="107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webhooks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152644" y="4306824"/>
            <a:ext cx="107442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5152644" y="4306824"/>
            <a:ext cx="107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notifs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00216" y="4306824"/>
            <a:ext cx="59436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6300216" y="43068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967728" y="4306824"/>
            <a:ext cx="868680" cy="274320"/>
          </a:xfrm>
          <a:prstGeom prst="rect">
            <a:avLst/>
          </a:prstGeom>
          <a:solidFill>
            <a:srgbClr val="E24B4A">
              <a:alpha val="25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6967728" y="4306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Ant-only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1-2: UI + Core Agent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User Interface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362456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62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TUI (React terminal renderer)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785KB main.tsx, custom React renderer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1673352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6733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71600" y="1636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(/review, /mcp...)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636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command definitions and handlers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198424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984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0" y="1947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Keybindings + Vim mode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947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 shortcuts implementation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2295144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2951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71600" y="2258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renderer optimizer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Int32Array char pool, bitmask style, ~50x stringWidth reduction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606040"/>
            <a:ext cx="640080" cy="201168"/>
          </a:xfrm>
          <a:prstGeom prst="rect">
            <a:avLst/>
          </a:prstGeom>
          <a:solidFill>
            <a:srgbClr val="E24B4A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606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1600" y="25694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 (push-to-talk)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5694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Pro/Max only, feature flag gated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2916936"/>
            <a:ext cx="640080" cy="201168"/>
          </a:xfrm>
          <a:prstGeom prst="rect">
            <a:avLst/>
          </a:prstGeom>
          <a:solidFill>
            <a:srgbClr val="E24B4A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29169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37160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companion (Tamagotchi)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species, gacha, ASCII pet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246120"/>
            <a:ext cx="786384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Core Agent Loop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694176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6941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3716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QueryEngine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 lines — LLM API, streaming, caching, orchestration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4005072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0050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371600" y="3968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orchestrator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0" y="3968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task lifecycle, state machine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" y="431596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315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37160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mode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0" y="4279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teaches workflow: don't rubber-stamp weak work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" y="4626864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6268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371600" y="4590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fork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0" y="4590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fork for summarization / memory extraction, shared parent cache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0080" y="4937760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4937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371600" y="4901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builder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0" y="4901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prompt embedded in CLI (one of the most surprising findings)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" y="5248656"/>
            <a:ext cx="640080" cy="201168"/>
          </a:xfrm>
          <a:prstGeom prst="rect">
            <a:avLst/>
          </a:prstGeom>
          <a:solidFill>
            <a:srgbClr val="E24B4A">
              <a:alpha val="3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52486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37160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ULTRAPLAN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657600" y="5212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Opus 4.6 for 30 min planning → teleport results back locally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3: Tool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~40+ tools, base definition 29,000 lines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Core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353312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533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71600" y="1325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BashTool — command execution, 23 security checks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645920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645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71600" y="1618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FileEditTool — file read/write/edit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93852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938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0" y="19110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FileReadTool — read + dedup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231136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2311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71600" y="22037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GrepTool — dedicated search (not bash grep)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523744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523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71600" y="24963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GlobTool — file discovery / pattern match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816352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8163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1600" y="2788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Tool — call hierarchy / find refs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108960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108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71600" y="3081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 — Model Context Protocol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40156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4015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71600" y="33741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WebFetchTool — HTTP requests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3694176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6941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71600" y="36667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gate — per-tool permission gateway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3986784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986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371600" y="3959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security (23 checks) — Zsh builtins、unicode injection、IFS null-byte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4297680"/>
            <a:ext cx="786384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64008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Tools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" y="4736592"/>
            <a:ext cx="640080" cy="201168"/>
          </a:xfrm>
          <a:prstGeom prst="rect">
            <a:avLst/>
          </a:prstGeom>
          <a:solidFill>
            <a:srgbClr val="E24B4A">
              <a:alpha val="3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7365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371600" y="4709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 ('Chicago') — screenshots, mouse/keyboard, coordinate transform, Pro/Max only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" y="5029200"/>
            <a:ext cx="640080" cy="201168"/>
          </a:xfrm>
          <a:prstGeom prst="rect">
            <a:avLst/>
          </a:prstGeom>
          <a:solidFill>
            <a:srgbClr val="E24B4A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50292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371600" y="50017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unreleased tools — excluded via compile-time elimination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Bash Security 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BashTool's 23 security checks — all leaked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Blocking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18 blocked Zsh builtins — prevents permission bypass via shell built-in commands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Zsh equals expansion defense — =curl expands to full curl path, bypassing permission check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Dangerous command patterns — intercepts rm -rf /, chmod 777, etc.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2768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Defense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5328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Unicode zero-width space injection — detects invisible characters hidden in commands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7797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IFS null-byte injection — prevents command splitting via modified Internal Field Separator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0266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Malformed token bypass — specific bypass found during HackerOne security audit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3649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Defense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6210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PATH validation — ensures executed binaries come from trusted paths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8679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Environment variable sanitization — clears vars that could affect subprocess behavior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1148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Command chaining detection — detects &amp;&amp;, ||, ; chaining to bypass single-command review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453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most complete AI coding agent shell security model known — most competitors only block 'obvious' dangerous commands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4: Memory &amp; Context (Leak Details)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memory + prompt cache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005840"/>
            <a:ext cx="7863840" cy="77724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078992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078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63040" y="10241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(pointer index)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984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Lightweight pointers (~150 chars/line), Always loaded into context window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15179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Model is instructed to treat memory as a 'hint,' must verify against actual codebase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7863840" cy="77724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039112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039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0" y="1984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 (structured markdown)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2585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Session Title / Current State / Task Spec / Files / Errors / Learnings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24780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Similar to how humans write coding notes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926080"/>
            <a:ext cx="7863840" cy="77724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999232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999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63040" y="2944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Optimization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2186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File-read dedup / oversized tool output written to disk + preview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4381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Auto-compaction (once wasted 250K API calls/day due to bug → 3-line fix)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931920"/>
            <a:ext cx="786384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40080" y="4023360"/>
            <a:ext cx="3749040" cy="68580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096512"/>
            <a:ext cx="640080" cy="201168"/>
          </a:xfrm>
          <a:prstGeom prst="rect">
            <a:avLst/>
          </a:prstGeom>
          <a:solidFill>
            <a:srgbClr val="E24B4A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096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6304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autoDream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42793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sub-agent for memory consolidation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observations / remove contradictions / vague→definite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3749040" cy="68580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4096512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4096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Cache Mechanism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42793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cache-break vectors tracked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latches / DANGEROUS_uncached markers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Cache MechanismDeep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costs money — cache invalidation went from CS joke to accounting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Static/dynamic content separated by boundary marker — static globally cached, dynamic rebuilt each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Tool definitions, coordinator instructions in system prompt are static — shared across sessions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0299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Cache-Break Vectors Tracked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860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promptCacheBreakDetection.ts — tracks all operations that could invalidate cache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5328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Sticky latches — prevents mode toggles (e.g., thinking mode switch) from breaking prompt cache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7797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DANGEROUS_uncachedSystemPromptSection() — marker function warning devs this content breaks cache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1181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Auto-compaction &amp; Cost Control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741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autoCompact.ts: 1,279 sessions had 50+ consecutive failures (up to 3,272), wasting ~250K API calls/day globally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6210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Fix: MAX_CONSECUTIVE_AUTOCOMPACT_FAILURES = 3 — three lines of code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8679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comment includes exact BigQuery date (2026-03-10) and metrics — a textbook data-driven fix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5: Services &amp; Infrastructure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Leaked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Communicates with Claude API, streaming, retry logic, token counting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Supports both Anthropic first-party API and third-party provider modes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0299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860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modelCost.ts — exact pricing for all models (matches Anthropic public pricing, no hidden discounts)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5328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Real-time tracking of token usage and cost per API call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8712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Feature Flags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GrowthBook integration — remote feature flag control, hourly polling /api/claude_code/settings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741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6+ killswitches can remotely change any user's behavior (bypass permissions, fast mode, voice mode, analytics sink)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6210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Dangerous changes trigger a blocking dialog — if user rejects, app exits immediately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593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 Migrations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21538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Hooks system — lifecycle hooks for pre/post tool execution timing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4622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Migrations — schema/config migration logic for version upgrades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Undercover Mode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「Do not blow your cover」— All Leaked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Anthropic employees (USER_TYPE === 'ant') auto-enabled when using Claude Code in public/open-source repos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Instructs model to scrub all AI traces from commit messages and PRs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0299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System Prompt Content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286000"/>
            <a:ext cx="7498080" cy="41148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313432"/>
            <a:ext cx="7132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UNDERCOVER MODE - CRITICAL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operating UNDERCOVER in a PUBLIC/OPEN-SOURCE repository.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include: model codenames, "Claude Code", AI mentions,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Co-Authored-By lines. Write commits as a human developer would.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0906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 force-OFF — only force-ON (CLAUDE_CODE_UNDERCOVER=1), cannot be disabled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 external builds, entire function is dead-code eliminated to trivial returns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6758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Controversy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HN Heated debate: AI-written open-source contributions without AI attribution — does this violate community trust?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1788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Anthropic's stance: this prevents internal codename leaks, not 'pretending to be human'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Anti-Distillation Mechanism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model distillation — All Leaked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1: Fake Tools Injection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claude.ts ANTI_DISTILLATION_CC flag — injects anti_distillation: [fake_tools] in API requests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Server silently injects fake tool definitions into the system prompt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If someone records API traffic to train their own model, fake tools pollute training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2311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Conditions (all 4 must be true)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48716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1. ANTI_DISTILLATION_CC compile-time flag  2. cli entrypoint  3. first-party API  4. GrowthBook flag = true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7340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Setting CLAUDE_CODE_DISABLE_EXPERIMENTAL_BETAS or using third-party provider bypasses 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0723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2: Connector-text Summarization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284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betas.ts — Server summarizes assistant text between tool calls + cryptographic signature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57530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Subsequent turns can restore original text from signature, but recorders only get summaries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82219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Anthropic internal only (USER_TYPE === 'ant'), external users unaffected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Assessment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4165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Alex Kim analysis: anyone serious about distillation can figure out bypasses in ~1 hour — real protection is legal, not technical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Attestation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call's DRM — All Leaked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request's x-anthropic-billing-header embeds cch=00000 placeholder (5 zeros)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Before request leaves the process, Bun's Zig native HTTP layer overwrites these 5 bytes below JS runtime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Replaced with computed hash — server validates hash to confirm request comes from real Claude Code binary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2768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Cleverness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5328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Placeholder and hash same length → replacement doesn't change Content-Length, no buffer reallocation needed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7797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Computation happens at Zig layer (below JS runtime) → JS-layer interceptors can't see 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1181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OpenCode Incident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741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Anthropic sent legal threat to OpenCode 10 days prior — third-party tools accessing Opus at subscription rates via internal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6210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Client attestation is the technical defense — not just legal letters, the binary itself cryptographically proves identity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593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Possibilities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21538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Entire mechanism controlled by compile-time flag NATIVE_CLIENT_ATTESTATION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4622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Running JS bundle on stock Bun or Node → placeholder stays 00000 reaching server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Server-side _parse_cc_header comment mentions 'tolerates unknown extra fields' → validation may be more lenient than expected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Frustration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user frustration via Regex — All Leaked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solidFill>
            <a:srgbClr val="5DCAA5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userPromptKeywords.ts defines a regex pattern to detect if user is swearing / expressing frustration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Regex (Leaked)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1993392"/>
            <a:ext cx="7498080" cy="36576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02082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/\b(wtf|wth|ffs|omfg|shit(ty)?|dumbass|horrible|awful|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piss(ed|ing)? off|piece of (shit|crap)|what the (fuck|hell)|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fuck you|screw (this|you)|so frustrating|this sucks|damn it)\b/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24963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PurposeSuspected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7523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Match results may feed telemetry (tracking user satisfaction)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99923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Or used to adjust model response tone (more empathetic when frustration detected)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2461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Exact purpose not fully clear in leaked code, but the regex itself is fully exposed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5844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84048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 of the most discussed HN findings — an LLM company using regex for sentiment analysis is considered 'peak irony'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08736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But others noted: regex is thousands of times faster than LLM inference, zero cost — sometimes regex is the right tool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KAIROS: Autonomous Daemon Mode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autonomous agent — Gated (one of 108 modules)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solidFill>
            <a:srgbClr val="E24B4A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KAIROS (Ancient Greek 'at the right time') — referenced 150+ times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Represents a fundamental shift from reactive (wait for user) to proactive (act autonomously)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0299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(inferred from scaffolding)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860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Append-only logs — records observations, decisions, and actions daily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5328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&lt;tick&gt; prompt — receives periodic system ticks, triggers autonomous thinking and 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7797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5-minute cron refresh — continuously monitors project state changes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0266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webhook subscriptions — listens to PR, issue, commit events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2735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Push notifications — proactively notifies users of important findings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Tools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8679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KAIROS has its own tool set unavailable in regular Claude Code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1148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Includes background session management and autoDream memory consolidation triggers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453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Status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Core implementation excluded via compile-time elimination — only feature flag references and scaffolding visible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95604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Considered by the community as 'more valuable than the code itself — a leaked product roadmap'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autoDream: Memory Consolidation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Code's Dreaming Mechanism — Gated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solidFill>
            <a:srgbClr val="E24B4A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background sub-agent that performs 'memory consolidation' while user is idle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Named after human sleep memory consolidation — system prompt literally says: 'You are dreaming'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0299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860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Phase 1 — Gather Recent Signal: collect new info from daily logs, drifted memories, transcript search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5328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Phase 2 — Consolidate: write/update memory files, convert relative dates to absolute, delete contradicted facts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7797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Phase 3 — Prune and Index: keep MEMORY.md &lt; 200 lines / ~25KB, remove stale pointers, resolve conflicts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1181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Constraints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741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Dream sub-agent has read-only bash only — can view project but cannot modify anything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6210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Purely memory consolidation — will not silently modify code in the background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593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21538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When user returns to session, agent's context has already been tidied and prepared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4622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Very similar to your OpenClaw sub-agent concept of finding papers during idle time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Gated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Buddy, Computer Use, Ant-only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solidFill>
            <a:srgbClr val="E24B4A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32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 (push-to-talk)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44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Voice input interface — press to talk, release to send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Pro/Max subscription only, feature flag gated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implementation in voice/ directory, excluded via compile-time elimination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2768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Companion (Tamagotchi)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5328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Virtual pet in terminal — 18 species (Pebblecrab to Nebulynx), 6 rarity tiers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7797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Mulberry32 PRNG based on userId hash — same user always gets the same buddy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0266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1% shiny chance, Shiny Legendary probability 0.01% — RPG stats: DEBUGGING, PATIENCE, CHAOS, WISDOM, SNARK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2735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April 1-7 teaser window → May 2026 full launch (April Fools easter egg?)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 ('Chicago')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8679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Based on @ant/computer-use-mcp — screenshots, mouse/keyboard input, coordinate transform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1148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Max/Pro subscription only (ant bypass for internal users)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453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Ant-only Internal Tools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Only for USER_TYPE === 'ant' enabled tools — specifics unknown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95604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17 unreleased tools also behind feature flags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Leaked Internal Intelligence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codenames + Quality Metrics + Other Details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Codenames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Capybara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4.6 variant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18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Fennec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618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9110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911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Unreleased, still in testing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2037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Tengu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203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feature flag naming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1325880"/>
            <a:ext cx="3566160" cy="1005840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1371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C0CF"/>
                </a:solidFill>
              </a:rPr>
              <a:t>Capybara v4: </a:t>
            </a:r>
            <a:pPr indent="0" marL="0">
              <a:buNone/>
            </a:pPr>
            <a:r>
              <a:rPr lang="en-US" sz="1100" dirty="0">
                <a:solidFill>
                  <a:srgbClr val="5DCAA5"/>
                </a:solidFill>
              </a:rPr>
              <a:t>false claims 16.7%
</a:t>
            </a:r>
            <a:pPr indent="0" marL="0">
              <a:buNone/>
            </a:pPr>
            <a:r>
              <a:rPr lang="en-US" sz="1100" b="1" dirty="0">
                <a:solidFill>
                  <a:srgbClr val="B4C0CF"/>
                </a:solidFill>
              </a:rPr>
              <a:t>Capybara v8: </a:t>
            </a:r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</a:rPr>
              <a:t>false claims 29-30%
</a:t>
            </a:r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</a:rPr>
              <a:t>(v8 regressed)
</a:t>
            </a:r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</a:rPr>
              <a:t>Also has assertiveness counterweight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</a:rPr>
              <a:t>prevents overly aggressive refactoring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Details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44 feature flags full list (20 unshipped)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2826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GrowthBook remote control — 6+ killswitches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593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print.ts = 5,594 lines, one function 3,167 lines, 12 levels of nesting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9044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Uses Axios — Same day Axios just hit by supply-chain attack (RAT）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215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187 spinner verbs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526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Bun bug oven-sh/bun#28001 (filed 3/11) — source maps served in production too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Clean-Room Rewrite Legal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DMCA can't stop language-translated rewrites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161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Copyright protects expression (specific code), not ideas (architecture, algorithms, behavior)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Translating TypeScript to Python or Rust without line-by-line copying constitutes 'new creative expression'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801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Precedents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Phoenix Technologies v. IBM (1984) — clean-room BIOS reverse engineering is legal; one team reads source to write specs, another team codes from specs only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3042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Baker v. Selden (1879) — copyright protects expression, not ideas, methods, or behavior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17 U.S.C. § 107 Fair Use — analysis and commentary on publicly available software is protected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Effect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1455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Anthropic issued DMCA takedowns against repos directly mirroring original TS source — effective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3924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But against language-translated rewrites like claw-code (Python) and Kuberwastaken (Rust) — DMCA doesn't 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307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Area of AI-Generated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98678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Gergely Orosz (The Pragmatic Engineer): rewrite is DMCA-proof — it reproduces behavior, not expression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2336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DC Circuit (2025) ruled AI-generated works don't automatically get copyright — if Claude Code was largely written by Claude itself, Anthropic's copyright claims get murkier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claw-code: Python Clean-Room Rewrite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instructkr/claw-code — fastest repo to 30K stars in GitHub history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161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Author Sigrid Jin (@instructkr) — WSJ-featured Claude Code power user, consumed 25 billion tokens last year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Woken by notifications at 4 AM, girlfriend worried he could face Anthropic legal action just for having the code on his machine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Decided to rewrite from scratch in Python, pushed to GitHub before sunrise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0482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3042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Used oh-my-codex (OmX) — workflow layer built on OpenAI Codex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$team mode for parallel code review; $ralph mode for persistent execution loops + architect-level verification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980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From understanding original harness structure to producing full Python tree + tests, entirely OmX orchestration-driven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1363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Workspace Modules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3924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main.py (CLI) / query_engine.py (summary) / tools.py / commands.py / task.py / models.py / port_manifest.py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393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Limitations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953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Not yet a complete 1:1 runtime equivalent — Python tree has fewer executable runtime slices than original 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14223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But architectural patterns (agent loop, tool wiring, coordinator) reproduced; Rust rewrite in parallel on dev/rust branch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Kuberwastaken: Rust Clean-Room + Architecture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comprehensive leaked code analysis and Rust rewrite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Clean-Room Process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161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Phase 1 — Specification: an AI agent analyzed the source, producing exhaustive behavioral specs (spec/ directory)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Covers architecture, data flows, tool contracts, system designs — no source code carried forward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Phase 2 — Implementation: a separate AI agent implemented from spec alone, never referencing original TypeScript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9568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Reproduces 'behavior' not 'expression' — exactly mirrors Phoenix v. IBM clean-room precedent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95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Implementation (src-rust/crates/)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Multi-crate workspace — cli, core, api, engine, tools, permissions, config, etc.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980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ratatui replaces React/Ink for TUI; native Rust async replaces Node.js streaming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1363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Contribution (README Breakdown)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3924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Most detailed Claude Code architecture analysis online — Buddy, KAIROS, autoDream, Coordinator, ULTRAPLAN each dissected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6393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Discovered Undercover Mode's 'Do not blow your cover' prompt, sparking massive HN discussion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Pointed out .map the irony: 'Built entire Undercover Mode to prevent leaks... then shipped source in .map file'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245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4805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Cited by major media (Decrypt, The Register, DEV Community) as primary analysis source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#41568 + Anthropic Response + Other Mirrors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official PR to decentralized archives — the leak cannot be undone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#41568: Submitted directly to Anthropic official repo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161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Submitted by mehmoodosman — complete Rust rewrite as 16-crate Cargo workspace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Covers claude-core / claude-api / claude-engine / claude-tools / claude-tui / claude-cli / claude-permissions, etc.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Includes full SSE streaming, tool orchestration loop, ratatui TUI — PR against anthropics/claude-code main branch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9568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Current status: Open (not merged, not closed)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95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Official Response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Statement: 'release packaging issue caused by human error, not a security breach'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980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'No sensitive customer data or credentials were involved or exposed'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0449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Issued DMCA takedowns — some original TS mirrors taken down or pivoted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2918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Recommended users switch to standalone binary installer (bypassing npm dependency chain)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301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Irreversible Reality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sanbuphy — full original TS source archive + Deep Analysis Reports (telemetry, codenames, undercover, roadmap)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1330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Gitlawb — decentralized git platform mirror, declared 'Will never be taken down'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3799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ccleaks.com — dedicated website continuously tracking Claude Code leak content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6268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Original uploader (nirholas) pivoted to Python feature port + MCP server explorer to avoid legal risk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8737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Decrypt summary: Anthropic did not mean to open-source Claude Code — but they effectively did.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Leak Matters So Much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it through a Top Restaurant Kitchen Manual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Recipe vs. Kitchen SOP — A Critical Paradigm Shift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161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Previously everyone thought AI competitiveness only came from 'how smart the brain is' (model weights = secret recipe)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This leak revealed a harsh truth: what makes AI truly effective is the outer software harness (= kitchen SOP)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Sebastian Raschka: dropping this harness onto DeepSeek or other models would also yield very strong coding performance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0482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SOP teach AI?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3042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Remember preferences → Three-Layer Memory Architecture（MEMORY.md / Session Memory / Context Optimization）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Delegate to sous chefs → Multi-agent Coordinator (Sub-agent fork, parallel tasks)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980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Prevent wrong orders → 23 Bash security checks + Permission gate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0449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Remember which dishes are done → Prompt cache + File-read dedup (no reprocessing)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2918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Organize notes on break → autoDream Backgroundmemory consolidation ('You are dreaming')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301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eWeek's Precise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OpenAI deliberately open-sources harness (bets moat is in model). Anthropic keeps harness secret (implies harness IS core asset).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1330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This leak matters because Anthropic believed harness was the crown jewel — then it got dragged into daylight.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on Industry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brain, still powerful — barriers drastically lowered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Competitors Can Do 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161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Even without the Claude model itself, with this 'perfect kitchen management manual':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Plug in cheap open-source models (DeepSeek, Qwen, Llama) → follow the leaked harness design → build production-grade agents at minimal cost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Fortune: the leak allows competitors to reverse-engineer the harness and use that knowledge to improve their own products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0482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Closed Strategy Comparison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3042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OpenAI — deliberately open-sourced Codex CLI harness (Apache-2.0), betting model and ecosystem are the moat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Google — Gemini CLI also open-sourced agent SDK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980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Anthropic — kept harness closed-source, implying harness is the differentiator → now accidentally exposed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0449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This puts Anthropic in an awkward position: competitors opened up on purpose, they leaked by accident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Apiyi's Industry Analogy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6393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Short-term bad for Anthropic (trade secrets exposed), long-term good for the industry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First complete production-grade AI Agent architecture reference — could drive ecosystem growth like Android open-sourcing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on Developers &amp;Impact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democratized + security risks concretized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Democratization of Design Patterns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161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claw-code proved: one developer in one night can rebuild the harness using leaked patterns → barrier drops from 'years of R&amp;D' to 'hours'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Engineers worldwide can now learn the industry's top agentic AI design patterns: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  how to solve context entropy, design prompt cache, orchestrate multi-agent, layer memory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9568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Neuron: not just leaked code — it exposed how a serious AI product solves agent reliability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95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Hooks and MCP server orchestration logic fully exposed → attackers can design malicious repos to bypass trust prompts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980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23 bash security check implementations exposed → knowing what's defended reveals how to bypass 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0449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Anti-distillation trigger conditions and bypass methods laid bare (Alex Kim: about an hour to understand the bypasses)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2918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 day Axios npm supply-chain attack(RAT) → users installing 3/31 00:21-03:29 UTC may be compromised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301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 (Agentic AI Developer)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Three-layer memory architecture directly applicable to agentic AI projects like OpenClaw / Bob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1330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Coordinator mode's prompt-based orchestration is a textbook for multi-agent system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3799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autoDream's dreaming concept — aligns with your earlier idea of sub-agents finding papers during idle time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 Scope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by Layer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4937760"/>
            <a:ext cx="109728" cy="10972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</a:rPr>
              <a:t>Leaked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01000" y="4937760"/>
            <a:ext cx="109728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Gated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1051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371600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3716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Interface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13716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CLI/Ink/Cmds/Keys/Renderer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13716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Buddy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06640" y="1499616"/>
            <a:ext cx="1005840" cy="16459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0" y="1499616"/>
            <a:ext cx="653796" cy="164592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14996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1847088"/>
            <a:ext cx="7863840" cy="420624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18470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Agent Loop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1847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QueryEngine/Task/Coord/Sub-agents/Prompt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18470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ULTRAPLAN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1975104"/>
            <a:ext cx="1005840" cy="16459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1975104"/>
            <a:ext cx="854964" cy="164592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9751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" y="2322576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23225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Tool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232257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tools/Security/Permission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0" y="23225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Use, 17 tools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2450592"/>
            <a:ext cx="1005840" cy="16459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2" name="Shape 30"/>
          <p:cNvSpPr/>
          <p:nvPr/>
        </p:nvSpPr>
        <p:spPr>
          <a:xfrm>
            <a:off x="7406640" y="2450592"/>
            <a:ext cx="704088" cy="164592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24505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" y="2798064"/>
            <a:ext cx="7863840" cy="420624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27980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Memory &amp; Context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279806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MEMORY.md/Session/Dedup/Cache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3520" y="27980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autoDream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06640" y="2926080"/>
            <a:ext cx="1005840" cy="16459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926080"/>
            <a:ext cx="804672" cy="164592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40" name="Text 38"/>
          <p:cNvSpPr/>
          <p:nvPr/>
        </p:nvSpPr>
        <p:spPr>
          <a:xfrm>
            <a:off x="7406640" y="29260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" y="3273552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32735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Services &amp; Infra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0" y="32735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32735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06640" y="3401568"/>
            <a:ext cx="1005840" cy="16459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6" name="Shape 44"/>
          <p:cNvSpPr/>
          <p:nvPr/>
        </p:nvSpPr>
        <p:spPr>
          <a:xfrm>
            <a:off x="7406640" y="3401568"/>
            <a:ext cx="1005840" cy="164592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47" name="Text 45"/>
          <p:cNvSpPr/>
          <p:nvPr/>
        </p:nvSpPr>
        <p:spPr>
          <a:xfrm>
            <a:off x="7406640" y="34015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" y="3749040"/>
            <a:ext cx="7863840" cy="420624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37490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 &amp; Defense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43200" y="37490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03520" y="37490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06640" y="3877056"/>
            <a:ext cx="1005840" cy="16459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3877056"/>
            <a:ext cx="1005840" cy="164592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54" name="Text 52"/>
          <p:cNvSpPr/>
          <p:nvPr/>
        </p:nvSpPr>
        <p:spPr>
          <a:xfrm>
            <a:off x="7406640" y="38770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40080" y="4224528"/>
            <a:ext cx="7863840" cy="420624"/>
          </a:xfrm>
          <a:prstGeom prst="rect">
            <a:avLst/>
          </a:prstGeom>
          <a:solidFill>
            <a:srgbClr val="1A2736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42245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Gated Features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743200" y="4224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(scaffolding)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03520" y="42245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modules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406640" y="4352544"/>
            <a:ext cx="1005840" cy="16459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0" name="Shape 58"/>
          <p:cNvSpPr/>
          <p:nvPr/>
        </p:nvSpPr>
        <p:spPr>
          <a:xfrm>
            <a:off x="7406640" y="4352544"/>
            <a:ext cx="50292" cy="16459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1" name="Text 59"/>
          <p:cNvSpPr/>
          <p:nvPr/>
        </p:nvSpPr>
        <p:spPr>
          <a:xfrm>
            <a:off x="7406640" y="43525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solidFill>
            <a:srgbClr val="1E3040"/>
          </a:solidFill>
          <a:ln/>
        </p:spPr>
      </p:sp>
      <p:sp>
        <p:nvSpPr>
          <p:cNvPr id="63" name="Text 61"/>
          <p:cNvSpPr/>
          <p:nvPr/>
        </p:nvSpPr>
        <p:spPr>
          <a:xfrm>
            <a:off x="82296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harness (Layer 1-6) mostly leaked; Gated (Layer 7) mostly not. Model weights unaffected.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14400"/>
            <a:ext cx="64008" cy="822960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9601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Is the Real Competitive Edge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26187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dedup, session memory, prompt cache, sub-agent fork — this engineering makes Claude Code far superior to web UI. Applicable to any LLM.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7863840" cy="82296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20240"/>
            <a:ext cx="64008" cy="822960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659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Fully Exposed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26771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Undercover / Anti-distill / Client attestation / Bash security fully leaked. Attackers can design targeted bypasses.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863840" cy="82296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26080"/>
            <a:ext cx="64008" cy="822960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718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= Product Roadmap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27355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flags / 20 unshipped — KAIROS, Voice, Computer Use. Competitors now have clear targets.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1A273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31920"/>
            <a:ext cx="64008" cy="822960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77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 Is the Weakest Link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27939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heavily in Undercover Mode to prevent AI leaks — actual leak came from missing *.map in .npmignore. Bun bug #28001 may be root cause.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VentureBeat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468880" y="1005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Code's source code appears to have leaked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309360" y="1005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venturebeat.com/technology/claude-codes-source-code-appears-to-have-leaked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68880" y="12435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leaks its own AI coding tool's source code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309360" y="12435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fortune.com/2026/03/31/anthropic-source-code-claude-code-data-leak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40080" y="1481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68880" y="1481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leaks part of Claude Code's internal source code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309360" y="14813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cnbc.com/2026/03/31/anthropic-leak-claude-code-internal-source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40080" y="1719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0" y="17190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accidentally exposes Claude Code source code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09360" y="17190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theregister.com/2026/03/31/anthropic_claude_code_source_code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40080" y="1956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eWeek / The Neuron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68880" y="19568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Leaks Claude Code, a Blueprint for AI Coding Agents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309360" y="1956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eweek.com/news/anthropic-claude-code-leak-ai-agent-neuron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40080" y="2194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Community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68880" y="21945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Code's Entire Source Code Was Just Leaked via npm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09360" y="2194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dev.to/gabrielanhaia/claude-codes-entire-source-code-was-just-leaked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40080" y="24323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Kim's Blog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68880" y="24323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Code Source Leak: fake tools, frustration regexes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309360" y="24323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alex000kim.com/posts/2026-03-31-claude-code-source-leak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40080" y="2670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Raschka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68880" y="2670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Code's Real Secret Sauce Isn't the Model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309360" y="2670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sebastianraschka.com/blog/2026/claude-code-secret-sauce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40080" y="29077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8880" y="29077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Leaked Claude Code's Source — Internet Is Keeping It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09360" y="2907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decrypt.co/362917/anthropic-accidentally-leaked-claude-code-source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40080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Apiyi.com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468880" y="3145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leak: impact on AI Agent industry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309360" y="31455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help.apiyi.com/en/claude-code-source-leak-march-2026-impact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40080" y="3383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(Kuberwastaken)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468880" y="33832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Rust &amp; a Breakdown of How it Works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09360" y="33832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github.com/Kuberwastaken/claude-code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40080" y="36210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(sanbuphy)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468880" y="3621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v2.1.88 Source Code + Deep Analysis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309360" y="36210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github.com/sanbuphy/claude-code-source-code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40080" y="3858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(instructkr)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468880" y="3858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claw-code: Python clean-room rewrite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309360" y="3858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github.com/instructkr/claw-code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40080" y="4096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 #41568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468880" y="4096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rewrite PR to Anthropic official repo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309360" y="4096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github.com/anthropics/claude-code/pull/41568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40080" y="4334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News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468880" y="43342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Code Source Leak discussion thread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309360" y="43342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news.ycombinator.com/item?id=47584540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40080" y="4572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Out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468880" y="4572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devastating Anthropic's leak exposed 512K lines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309360" y="4572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rollingout.com/2026/03/31/anthropic-claude-code-leak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40080" y="4809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Corner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468880" y="48097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BREAKING: Anthropic just leaked Claude Code's source code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309360" y="48097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the-ai-corner.com/p/claude-code-source-code-leaked-2026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40080" y="48920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as of March 31,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9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2801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9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github.com/johnson00111/claude-code-leak-analysis-report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found this useful, please give the repo a star!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Source Code Leak</dc:title>
  <dc:subject>PptxGenJS Presentation</dc:subject>
  <dc:creator>Johnson Jao</dc:creator>
  <cp:lastModifiedBy>Johnson Jao</cp:lastModifiedBy>
  <cp:revision>1</cp:revision>
  <dcterms:created xsi:type="dcterms:W3CDTF">2026-04-01T01:24:26Z</dcterms:created>
  <dcterms:modified xsi:type="dcterms:W3CDTF">2026-04-01T01:24:26Z</dcterms:modified>
</cp:coreProperties>
</file>